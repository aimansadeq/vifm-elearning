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</p:sldIdLst>
  <p:sldSz cy="6858000" cx="9144000"/>
  <p:notesSz cx="7023100" cy="9309100"/>
  <p:embeddedFontLst>
    <p:embeddedFont>
      <p:font typeface="Pinyon Script"/>
      <p:regular r:id="rId7"/>
    </p:embeddedFont>
    <p:embeddedFont>
      <p:font typeface="Palatino Linotype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5">
          <p15:clr>
            <a:srgbClr val="A4A3A4"/>
          </p15:clr>
        </p15:guide>
        <p15:guide id="2" orient="horz" pos="4235">
          <p15:clr>
            <a:srgbClr val="A4A3A4"/>
          </p15:clr>
        </p15:guide>
        <p15:guide id="3" orient="horz" pos="2160">
          <p15:clr>
            <a:srgbClr val="A4A3A4"/>
          </p15:clr>
        </p15:guide>
        <p15:guide id="4" pos="2880">
          <p15:clr>
            <a:srgbClr val="A4A3A4"/>
          </p15:clr>
        </p15:guide>
        <p15:guide id="5" pos="131">
          <p15:clr>
            <a:srgbClr val="A4A3A4"/>
          </p15:clr>
        </p15:guide>
        <p15:guide id="6" pos="5629">
          <p15:clr>
            <a:srgbClr val="A4A3A4"/>
          </p15:clr>
        </p15:guide>
      </p15:sldGuideLst>
    </p:ext>
    <p:ext uri="{2D200454-40CA-4A62-9FC3-DE9A4176ACB9}">
      <p15:notesGuideLst>
        <p15:guide id="1" orient="horz" pos="2932">
          <p15:clr>
            <a:srgbClr val="A4A3A4"/>
          </p15:clr>
        </p15:guide>
        <p15:guide id="2" pos="221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5" orient="horz"/>
        <p:guide pos="4235" orient="horz"/>
        <p:guide pos="2160" orient="horz"/>
        <p:guide pos="2880"/>
        <p:guide pos="131"/>
        <p:guide pos="5629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32" orient="horz"/>
        <p:guide pos="2213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alatinoLinotype-boldItalic.fntdata"/><Relationship Id="rId10" Type="http://schemas.openxmlformats.org/officeDocument/2006/relationships/font" Target="fonts/PalatinoLinotype-italic.fntdata"/><Relationship Id="rId9" Type="http://schemas.openxmlformats.org/officeDocument/2006/relationships/font" Target="fonts/PalatinoLinotype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inyonScript-regular.fntdata"/><Relationship Id="rId8" Type="http://schemas.openxmlformats.org/officeDocument/2006/relationships/font" Target="fonts/PalatinoLinotyp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8" y="8"/>
            <a:ext cx="3043344" cy="465456"/>
          </a:xfrm>
          <a:prstGeom prst="rect">
            <a:avLst/>
          </a:prstGeom>
          <a:noFill/>
          <a:ln>
            <a:noFill/>
          </a:ln>
        </p:spPr>
        <p:txBody>
          <a:bodyPr anchorCtr="0" anchor="t" bIns="46975" lIns="93950" spcFirstLastPara="1" rIns="93950" wrap="square" tIns="46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8138" y="8"/>
            <a:ext cx="3043344" cy="465456"/>
          </a:xfrm>
          <a:prstGeom prst="rect">
            <a:avLst/>
          </a:prstGeom>
          <a:noFill/>
          <a:ln>
            <a:noFill/>
          </a:ln>
        </p:spPr>
        <p:txBody>
          <a:bodyPr anchorCtr="0" anchor="t" bIns="46975" lIns="93950" spcFirstLastPara="1" rIns="93950" wrap="square" tIns="469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745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6975" lIns="93950" spcFirstLastPara="1" rIns="93950" wrap="square" tIns="469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9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8" y="8842035"/>
            <a:ext cx="3043344" cy="465456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3950" spcFirstLastPara="1" rIns="93950" wrap="square" tIns="469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8138" y="8842035"/>
            <a:ext cx="3043344" cy="465456"/>
          </a:xfrm>
          <a:prstGeom prst="rect">
            <a:avLst/>
          </a:prstGeom>
          <a:noFill/>
          <a:ln>
            <a:noFill/>
          </a:ln>
        </p:spPr>
        <p:txBody>
          <a:bodyPr anchorCtr="0" anchor="b" bIns="46975" lIns="93950" spcFirstLastPara="1" rIns="93950" wrap="square" tIns="469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anchorCtr="0" anchor="t" bIns="46975" lIns="93950" spcFirstLastPara="1" rIns="93950" wrap="square" tIns="4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8745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rtficate">
  <p:cSld name="Certficat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/>
          <p:nvPr>
            <p:ph idx="1" type="body"/>
          </p:nvPr>
        </p:nvSpPr>
        <p:spPr>
          <a:xfrm>
            <a:off x="990601" y="1463618"/>
            <a:ext cx="7162800" cy="4809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i="0" sz="32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2pPr>
            <a:lvl3pPr indent="-22860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3pPr>
            <a:lvl4pPr indent="-22860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4pPr>
            <a:lvl5pPr indent="-22860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5pPr>
            <a:lvl6pPr indent="-342900" lvl="5" marL="27432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990601" y="3869778"/>
            <a:ext cx="7162800" cy="702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500" cap="none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2pPr>
            <a:lvl3pPr indent="-22860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3pPr>
            <a:lvl4pPr indent="-22860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4pPr>
            <a:lvl5pPr indent="-22860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5pPr>
            <a:lvl6pPr indent="-342900" lvl="5" marL="27432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3" type="body"/>
          </p:nvPr>
        </p:nvSpPr>
        <p:spPr>
          <a:xfrm>
            <a:off x="990601" y="2949678"/>
            <a:ext cx="7162800" cy="739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0" sz="5400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2pPr>
            <a:lvl3pPr indent="-22860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3pPr>
            <a:lvl4pPr indent="-22860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4pPr>
            <a:lvl5pPr indent="-22860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5pPr>
            <a:lvl6pPr indent="-342900" lvl="5" marL="27432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4" type="body"/>
          </p:nvPr>
        </p:nvSpPr>
        <p:spPr>
          <a:xfrm>
            <a:off x="990601" y="2560815"/>
            <a:ext cx="7162800" cy="325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i="0" sz="1500" cap="none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2pPr>
            <a:lvl3pPr indent="-22860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3pPr>
            <a:lvl4pPr indent="-22860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4pPr>
            <a:lvl5pPr indent="-22860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5pPr>
            <a:lvl6pPr indent="-342900" lvl="5" marL="27432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5" type="body"/>
          </p:nvPr>
        </p:nvSpPr>
        <p:spPr>
          <a:xfrm>
            <a:off x="3124200" y="5181600"/>
            <a:ext cx="2971800" cy="2689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0" i="0" sz="800" cap="none">
                <a:solidFill>
                  <a:schemeClr val="dk1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2pPr>
            <a:lvl3pPr indent="-228600" lvl="2" marL="1371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3pPr>
            <a:lvl4pPr indent="-228600" lvl="3" marL="18288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4pPr>
            <a:lvl5pPr indent="-228600" lvl="4" marL="22860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637"/>
              <a:buNone/>
              <a:defRPr sz="1637"/>
            </a:lvl5pPr>
            <a:lvl6pPr indent="-342900" lvl="5" marL="27432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2"/>
          <p:cNvSpPr/>
          <p:nvPr/>
        </p:nvSpPr>
        <p:spPr>
          <a:xfrm>
            <a:off x="9351818" y="0"/>
            <a:ext cx="1524000" cy="6858000"/>
          </a:xfrm>
          <a:prstGeom prst="roundRect">
            <a:avLst>
              <a:gd fmla="val 6795" name="adj"/>
            </a:avLst>
          </a:prstGeom>
          <a:solidFill>
            <a:srgbClr val="A6A6A6"/>
          </a:solidFill>
          <a:ln>
            <a:noFill/>
          </a:ln>
        </p:spPr>
        <p:txBody>
          <a:bodyPr anchorCtr="0" anchor="t" bIns="41550" lIns="83125" spcFirstLastPara="1" rIns="83125" wrap="square" tIns="41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8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Note: </a:t>
            </a:r>
            <a:endParaRPr/>
          </a:p>
          <a:p>
            <a:pPr indent="0" lvl="0" marL="0" marR="0" rtl="0" algn="l">
              <a:spcBef>
                <a:spcPts val="1091"/>
              </a:spcBef>
              <a:spcAft>
                <a:spcPts val="0"/>
              </a:spcAft>
              <a:buNone/>
            </a:pPr>
            <a:r>
              <a:rPr b="1" i="1" lang="en-US" sz="118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This certificate is designed to be printed. You should test print on regular paper to ensure proper positioning before printing on card stock.</a:t>
            </a:r>
            <a:endParaRPr/>
          </a:p>
          <a:p>
            <a:pPr indent="0" lvl="0" marL="0" marR="0" rtl="0" algn="l">
              <a:spcBef>
                <a:spcPts val="1091"/>
              </a:spcBef>
              <a:spcAft>
                <a:spcPts val="0"/>
              </a:spcAft>
              <a:buNone/>
            </a:pPr>
            <a:r>
              <a:rPr b="1" i="1" lang="en-US" sz="118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may need to uncheck Scale to Fit Paper in the Print dialog (in the Full Page Slides dropdown).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>
            <p:ph idx="10" type="dt"/>
          </p:nvPr>
        </p:nvSpPr>
        <p:spPr>
          <a:xfrm>
            <a:off x="411471" y="64604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925" lIns="101875" spcFirstLastPara="1" rIns="101875" wrap="square" tIns="509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124200" y="6460464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925" lIns="101875" spcFirstLastPara="1" rIns="101875" wrap="square" tIns="509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765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6598928" y="6460464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50925" lIns="101875" spcFirstLastPara="1" rIns="101875" wrap="square" tIns="5092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727" u="none" cap="none" strike="noStrike">
                <a:solidFill>
                  <a:srgbClr val="7F7F7F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"/>
          <p:cNvSpPr txBox="1"/>
          <p:nvPr>
            <p:ph type="title"/>
          </p:nvPr>
        </p:nvSpPr>
        <p:spPr>
          <a:xfrm>
            <a:off x="990601" y="990600"/>
            <a:ext cx="7162800" cy="68131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925" lIns="101875" spcFirstLastPara="1" rIns="101875" wrap="square" tIns="5092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2547"/>
              <a:buFont typeface="Palatino Linotype"/>
              <a:buNone/>
              <a:defRPr b="0" i="0" sz="2547" u="none" cap="none" strike="noStrike">
                <a:solidFill>
                  <a:srgbClr val="0C0C0C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1"/>
          <p:cNvSpPr txBox="1"/>
          <p:nvPr>
            <p:ph idx="1" type="body"/>
          </p:nvPr>
        </p:nvSpPr>
        <p:spPr>
          <a:xfrm>
            <a:off x="990601" y="1828800"/>
            <a:ext cx="7162802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925" lIns="101875" spcFirstLastPara="1" rIns="101875" wrap="square" tIns="50925">
            <a:normAutofit/>
          </a:bodyPr>
          <a:lstStyle>
            <a:lvl1pPr indent="-344106" lvl="0" marL="457200" marR="0" rtl="0" algn="l">
              <a:lnSpc>
                <a:spcPct val="90000"/>
              </a:lnSpc>
              <a:spcBef>
                <a:spcPts val="1637"/>
              </a:spcBef>
              <a:spcAft>
                <a:spcPts val="0"/>
              </a:spcAft>
              <a:buClr>
                <a:srgbClr val="0C0C0C"/>
              </a:buClr>
              <a:buSzPts val="1819"/>
              <a:buFont typeface="Arial"/>
              <a:buChar char="•"/>
              <a:defRPr b="0" i="0" sz="1819" u="none" cap="none" strike="noStrike">
                <a:solidFill>
                  <a:srgbClr val="0C0C0C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-332549" lvl="1" marL="914400" marR="0" rtl="0" algn="l">
              <a:lnSpc>
                <a:spcPct val="90000"/>
              </a:lnSpc>
              <a:spcBef>
                <a:spcPts val="545"/>
              </a:spcBef>
              <a:spcAft>
                <a:spcPts val="0"/>
              </a:spcAft>
              <a:buClr>
                <a:srgbClr val="0C0C0C"/>
              </a:buClr>
              <a:buSzPts val="1637"/>
              <a:buFont typeface="Arial"/>
              <a:buChar char="•"/>
              <a:defRPr b="0" i="0" sz="1637" u="none" cap="none" strike="noStrike">
                <a:solidFill>
                  <a:srgbClr val="0C0C0C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-320992" lvl="2" marL="1371600" marR="0" rtl="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rgbClr val="0C0C0C"/>
              </a:buClr>
              <a:buSzPts val="1455"/>
              <a:buFont typeface="Arial"/>
              <a:buChar char="•"/>
              <a:defRPr b="0" i="0" sz="1455" u="none" cap="none" strike="noStrike">
                <a:solidFill>
                  <a:srgbClr val="0C0C0C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-309372" lvl="3" marL="1828800" marR="0" rtl="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rgbClr val="0C0C0C"/>
              </a:buClr>
              <a:buSzPts val="1272"/>
              <a:buFont typeface="Arial"/>
              <a:buChar char="•"/>
              <a:defRPr b="0" i="0" sz="1272" u="none" cap="none" strike="noStrike">
                <a:solidFill>
                  <a:srgbClr val="0C0C0C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-309372" lvl="4" marL="2286000" marR="0" rtl="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rgbClr val="0C0C0C"/>
              </a:buClr>
              <a:buSzPts val="1272"/>
              <a:buFont typeface="Arial"/>
              <a:buChar char="•"/>
              <a:defRPr b="0" i="0" sz="1272" u="none" cap="none" strike="noStrike">
                <a:solidFill>
                  <a:srgbClr val="0C0C0C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-309372" lvl="5" marL="2743200" marR="0" rtl="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272"/>
              <a:buFont typeface="Arial"/>
              <a:buChar char="•"/>
              <a:defRPr b="0" i="0" sz="1272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6pPr>
            <a:lvl7pPr indent="-309372" lvl="6" marL="3200400" marR="0" rtl="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272"/>
              <a:buFont typeface="Arial"/>
              <a:buChar char="•"/>
              <a:defRPr b="0" i="0" sz="1272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7pPr>
            <a:lvl8pPr indent="-309371" lvl="7" marL="3657600" marR="0" rtl="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272"/>
              <a:buFont typeface="Arial"/>
              <a:buChar char="•"/>
              <a:defRPr b="0" i="0" sz="1272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8pPr>
            <a:lvl9pPr indent="-309371" lvl="8" marL="4114800" marR="0" rtl="0" algn="l">
              <a:lnSpc>
                <a:spcPct val="90000"/>
              </a:lnSpc>
              <a:spcBef>
                <a:spcPts val="273"/>
              </a:spcBef>
              <a:spcAft>
                <a:spcPts val="0"/>
              </a:spcAft>
              <a:buClr>
                <a:schemeClr val="dk1"/>
              </a:buClr>
              <a:buSzPts val="1272"/>
              <a:buFont typeface="Arial"/>
              <a:buChar char="•"/>
              <a:defRPr b="0" i="0" sz="1272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/>
          <p:nvPr>
            <p:ph idx="1" type="body"/>
          </p:nvPr>
        </p:nvSpPr>
        <p:spPr>
          <a:xfrm>
            <a:off x="793830" y="1381240"/>
            <a:ext cx="7559902" cy="599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latin typeface="Pinyon Script"/>
                <a:ea typeface="Pinyon Script"/>
                <a:cs typeface="Pinyon Script"/>
                <a:sym typeface="Pinyon Script"/>
              </a:rPr>
              <a:t>Certificate of Attendance</a:t>
            </a:r>
            <a:endParaRPr/>
          </a:p>
        </p:txBody>
      </p:sp>
      <p:sp>
        <p:nvSpPr>
          <p:cNvPr id="28" name="Google Shape;28;p3"/>
          <p:cNvSpPr txBox="1"/>
          <p:nvPr>
            <p:ph idx="2" type="body"/>
          </p:nvPr>
        </p:nvSpPr>
        <p:spPr>
          <a:xfrm>
            <a:off x="381000" y="3543600"/>
            <a:ext cx="8383800" cy="87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HAS SUCCESSFULLY COMPLETED 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None/>
            </a:pPr>
            <a:r>
              <a:t/>
            </a:r>
            <a:endParaRPr sz="100"/>
          </a:p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600"/>
              <a:buNone/>
            </a:pPr>
            <a:r>
              <a:rPr b="1" lang="en-US" sz="2600">
                <a:solidFill>
                  <a:srgbClr val="002060"/>
                </a:solidFill>
              </a:rPr>
              <a:t>{{COURSE_TITLE}}</a:t>
            </a:r>
            <a:endParaRPr b="1" sz="2600"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HELD FOR {{CLIENT_NAME}} – {{CITY}}, {{COUNTRY}}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200"/>
              <a:t>{{DATE_RANGE}}</a:t>
            </a:r>
            <a:endParaRPr/>
          </a:p>
        </p:txBody>
      </p:sp>
      <p:sp>
        <p:nvSpPr>
          <p:cNvPr id="29" name="Google Shape;29;p3"/>
          <p:cNvSpPr txBox="1"/>
          <p:nvPr>
            <p:ph idx="3" type="body"/>
          </p:nvPr>
        </p:nvSpPr>
        <p:spPr>
          <a:xfrm>
            <a:off x="472874" y="2514600"/>
            <a:ext cx="8213926" cy="835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</a:pPr>
            <a:r>
              <a:rPr lang="en-US" sz="5000"/>
              <a:t>{{ATTENDEE_NAME}}</a:t>
            </a:r>
            <a:endParaRPr sz="5000"/>
          </a:p>
        </p:txBody>
      </p:sp>
      <p:sp>
        <p:nvSpPr>
          <p:cNvPr id="30" name="Google Shape;30;p3"/>
          <p:cNvSpPr txBox="1"/>
          <p:nvPr>
            <p:ph idx="4" type="body"/>
          </p:nvPr>
        </p:nvSpPr>
        <p:spPr>
          <a:xfrm>
            <a:off x="792049" y="2057400"/>
            <a:ext cx="7559902" cy="406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en-US" sz="1050"/>
              <a:t>THIS ACKNOWLEDGES THAT</a:t>
            </a:r>
            <a:endParaRPr/>
          </a:p>
        </p:txBody>
      </p:sp>
      <p:sp>
        <p:nvSpPr>
          <p:cNvPr id="31" name="Google Shape;31;p3"/>
          <p:cNvSpPr txBox="1"/>
          <p:nvPr>
            <p:ph idx="5" type="body"/>
          </p:nvPr>
        </p:nvSpPr>
        <p:spPr>
          <a:xfrm>
            <a:off x="304800" y="5912905"/>
            <a:ext cx="3839253" cy="3354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/>
              <a:t>AIMAN S. SADEQ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/>
              <a:t>MANAGING DIRECTOR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</a:pPr>
            <a:r>
              <a:rPr lang="en-US" sz="1000"/>
              <a:t>VIRGINIA INSTITUTE OF FINANCE AND MANAGEMENT</a:t>
            </a:r>
            <a:endParaRPr sz="500"/>
          </a:p>
        </p:txBody>
      </p:sp>
      <p:cxnSp>
        <p:nvCxnSpPr>
          <p:cNvPr id="32" name="Google Shape;32;p3"/>
          <p:cNvCxnSpPr/>
          <p:nvPr/>
        </p:nvCxnSpPr>
        <p:spPr>
          <a:xfrm>
            <a:off x="1283897" y="5943600"/>
            <a:ext cx="176410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3" name="Google Shape;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426" y="5253211"/>
            <a:ext cx="1524000" cy="6903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graphical user interface&#10;&#10;Description automatically generated" id="34" name="Google Shape;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452" y="412560"/>
            <a:ext cx="1980000" cy="546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/>
          <p:nvPr/>
        </p:nvSpPr>
        <p:spPr>
          <a:xfrm>
            <a:off x="232995" y="228595"/>
            <a:ext cx="8686800" cy="6400800"/>
          </a:xfrm>
          <a:prstGeom prst="rect">
            <a:avLst/>
          </a:prstGeom>
          <a:noFill/>
          <a:ln cap="flat" cmpd="thickThin" w="76200">
            <a:solidFill>
              <a:srgbClr val="5B91CA"/>
            </a:solidFill>
            <a:prstDash val="solid"/>
            <a:bevel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6337592" y="6248400"/>
            <a:ext cx="265400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CERTIFICATE NO: {{CODE}}</a:t>
            </a:r>
            <a:endParaRPr b="0" i="0" sz="1000" u="none" cap="none" strike="noStrike">
              <a:solidFill>
                <a:schemeClr val="dk1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  <p:pic>
        <p:nvPicPr>
          <p:cNvPr id="37" name="Google Shape;3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8052" y="4995987"/>
            <a:ext cx="1259871" cy="1244315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6578288" y="383150"/>
            <a:ext cx="21594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19">
                <a:solidFill>
                  <a:srgbClr val="0C0C0C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{{CLIENT_LOGO}}</a:t>
            </a:r>
            <a:endParaRPr sz="1819">
              <a:solidFill>
                <a:srgbClr val="0C0C0C"/>
              </a:solidFill>
              <a:latin typeface="Palatino Linotype"/>
              <a:ea typeface="Palatino Linotype"/>
              <a:cs typeface="Palatino Linotype"/>
              <a:sym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ertificate">
  <a:themeElements>
    <a:clrScheme name="Certificate">
      <a:dk1>
        <a:srgbClr val="000000"/>
      </a:dk1>
      <a:lt1>
        <a:srgbClr val="FFFFFF"/>
      </a:lt1>
      <a:dk2>
        <a:srgbClr val="404040"/>
      </a:dk2>
      <a:lt2>
        <a:srgbClr val="DBEEF4"/>
      </a:lt2>
      <a:accent1>
        <a:srgbClr val="009444"/>
      </a:accent1>
      <a:accent2>
        <a:srgbClr val="1C75BC"/>
      </a:accent2>
      <a:accent3>
        <a:srgbClr val="F15649"/>
      </a:accent3>
      <a:accent4>
        <a:srgbClr val="C18447"/>
      </a:accent4>
      <a:accent5>
        <a:srgbClr val="5F5F5F"/>
      </a:accent5>
      <a:accent6>
        <a:srgbClr val="F8DF4A"/>
      </a:accent6>
      <a:hlink>
        <a:srgbClr val="4BB9B4"/>
      </a:hlink>
      <a:folHlink>
        <a:srgbClr val="A6A6A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ertificate">
      <a:dk1>
        <a:srgbClr val="000000"/>
      </a:dk1>
      <a:lt1>
        <a:srgbClr val="FFFFFF"/>
      </a:lt1>
      <a:dk2>
        <a:srgbClr val="404040"/>
      </a:dk2>
      <a:lt2>
        <a:srgbClr val="DBEEF4"/>
      </a:lt2>
      <a:accent1>
        <a:srgbClr val="009444"/>
      </a:accent1>
      <a:accent2>
        <a:srgbClr val="1C75BC"/>
      </a:accent2>
      <a:accent3>
        <a:srgbClr val="F15649"/>
      </a:accent3>
      <a:accent4>
        <a:srgbClr val="C18447"/>
      </a:accent4>
      <a:accent5>
        <a:srgbClr val="5F5F5F"/>
      </a:accent5>
      <a:accent6>
        <a:srgbClr val="F8DF4A"/>
      </a:accent6>
      <a:hlink>
        <a:srgbClr val="4BB9B4"/>
      </a:hlink>
      <a:folHlink>
        <a:srgbClr val="A6A6A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